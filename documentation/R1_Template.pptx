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orizon" charset="1" panose="02000500000000000000"/>
      <p:regular r:id="rId14"/>
    </p:embeddedFont>
    <p:embeddedFont>
      <p:font typeface="DM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9798" y="483318"/>
            <a:ext cx="3227553" cy="1090764"/>
            <a:chOff x="0" y="0"/>
            <a:chExt cx="4303404" cy="145435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578296" y="19050"/>
              <a:ext cx="2725108" cy="1435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99"/>
                </a:lnSpc>
              </a:pPr>
              <a:r>
                <a:rPr lang="en-US" sz="26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2699"/>
                </a:lnSpc>
              </a:pPr>
              <a:r>
                <a:rPr lang="en-US" sz="26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26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410260" cy="1410260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539538" y="473619"/>
              <a:ext cx="58113" cy="118257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571459" y="771152"/>
              <a:ext cx="55369" cy="119212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66580" y="534767"/>
              <a:ext cx="96242" cy="328344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36153" y="473619"/>
              <a:ext cx="53339" cy="452486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435458" y="374314"/>
              <a:ext cx="62888" cy="261498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441665" y="770013"/>
              <a:ext cx="50474" cy="261498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539538" y="803073"/>
              <a:ext cx="58113" cy="123032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571459" y="504586"/>
              <a:ext cx="55369" cy="119212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51510" y="545302"/>
              <a:ext cx="80309" cy="328344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821083" y="484155"/>
              <a:ext cx="53339" cy="452486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920388" y="384850"/>
              <a:ext cx="62888" cy="261498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926595" y="780548"/>
              <a:ext cx="50474" cy="261498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024468" y="813609"/>
              <a:ext cx="58113" cy="123032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1056389" y="515122"/>
              <a:ext cx="55369" cy="119212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1056389" y="781687"/>
              <a:ext cx="55369" cy="119212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024468" y="484155"/>
              <a:ext cx="57179" cy="10635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439798" y="2824662"/>
            <a:ext cx="10269427" cy="118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7"/>
              </a:lnSpc>
              <a:spcBef>
                <a:spcPct val="0"/>
              </a:spcBef>
            </a:pPr>
            <a:r>
              <a:rPr lang="en-US" sz="6562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&lt;PROJECT TITLE&gt;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39798" y="4525347"/>
            <a:ext cx="10269427" cy="71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7"/>
              </a:lnSpc>
              <a:spcBef>
                <a:spcPct val="0"/>
              </a:spcBef>
            </a:pPr>
            <a:r>
              <a:rPr lang="en-US" sz="3962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&lt;PROBLEM STATEMENT&gt;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39798" y="7953290"/>
            <a:ext cx="5980451" cy="163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TEAM NAME:</a:t>
            </a:r>
          </a:p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TEAM LEADER:</a:t>
            </a:r>
          </a:p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PHONE NUMBER:</a:t>
            </a:r>
          </a:p>
          <a:p>
            <a:pPr algn="l">
              <a:lnSpc>
                <a:spcPts val="3230"/>
              </a:lnSpc>
              <a:spcBef>
                <a:spcPct val="0"/>
              </a:spcBef>
            </a:pPr>
            <a:r>
              <a:rPr lang="en-US" sz="230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ROOM NO: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1066" y="8869685"/>
            <a:ext cx="2299809" cy="777229"/>
            <a:chOff x="0" y="0"/>
            <a:chExt cx="3066412" cy="10363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4623" y="0"/>
              <a:ext cx="1941789" cy="1036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004888" cy="1004888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4450" y="337480"/>
              <a:ext cx="41409" cy="84265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7196" y="549488"/>
              <a:ext cx="39454" cy="84945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9953" y="381051"/>
              <a:ext cx="68578" cy="233963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9528" y="337480"/>
              <a:ext cx="38007" cy="322421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310288" y="266720"/>
              <a:ext cx="44811" cy="186332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14711" y="548676"/>
              <a:ext cx="35965" cy="186332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4450" y="572234"/>
              <a:ext cx="41409" cy="87667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407196" y="359545"/>
              <a:ext cx="39454" cy="84945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5492" y="388558"/>
              <a:ext cx="57224" cy="233963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85067" y="344987"/>
              <a:ext cx="38007" cy="322421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655827" y="274227"/>
              <a:ext cx="44811" cy="186332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660250" y="556184"/>
              <a:ext cx="35965" cy="186332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29990" y="579741"/>
              <a:ext cx="41409" cy="87667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752736" y="367052"/>
              <a:ext cx="39454" cy="84945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752736" y="556995"/>
              <a:ext cx="39454" cy="84945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29990" y="344987"/>
              <a:ext cx="40743" cy="7578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325680" y="495503"/>
            <a:ext cx="7562853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5680" y="1706290"/>
            <a:ext cx="7562853" cy="203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REPLACE WITH YOUR CONTENT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DEFINE YOUR SOLUTION APPROACH CLEARLY AND INNOVATIVELY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STRUCTURED POINTS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1066" y="8869685"/>
            <a:ext cx="2299809" cy="777229"/>
            <a:chOff x="0" y="0"/>
            <a:chExt cx="3066412" cy="10363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4623" y="0"/>
              <a:ext cx="1941789" cy="1036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004888" cy="1004888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4450" y="337480"/>
              <a:ext cx="41409" cy="84265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7196" y="549488"/>
              <a:ext cx="39454" cy="84945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9953" y="381051"/>
              <a:ext cx="68578" cy="233963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9528" y="337480"/>
              <a:ext cx="38007" cy="322421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310288" y="266720"/>
              <a:ext cx="44811" cy="186332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14711" y="548676"/>
              <a:ext cx="35965" cy="186332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4450" y="572234"/>
              <a:ext cx="41409" cy="87667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407196" y="359545"/>
              <a:ext cx="39454" cy="84945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5492" y="388558"/>
              <a:ext cx="57224" cy="233963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85067" y="344987"/>
              <a:ext cx="38007" cy="322421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655827" y="274227"/>
              <a:ext cx="44811" cy="186332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660250" y="556184"/>
              <a:ext cx="35965" cy="186332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29990" y="579741"/>
              <a:ext cx="41409" cy="87667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752736" y="367052"/>
              <a:ext cx="39454" cy="84945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752736" y="556995"/>
              <a:ext cx="39454" cy="84945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29990" y="344987"/>
              <a:ext cx="40743" cy="7578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325680" y="325790"/>
            <a:ext cx="7562853" cy="104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INNOVATION AND UNIQUENESS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5680" y="1706290"/>
            <a:ext cx="7562853" cy="203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REPLACE WITH YOUR CONTENT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YOUR SOLUTION SOLVES THE PROBLEM UNIQUELY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OTHER BENCHMARKS (OPTIONAL)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1066" y="8869685"/>
            <a:ext cx="2299809" cy="777229"/>
            <a:chOff x="0" y="0"/>
            <a:chExt cx="3066412" cy="10363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4623" y="0"/>
              <a:ext cx="1941789" cy="1036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004888" cy="1004888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4450" y="337480"/>
              <a:ext cx="41409" cy="84265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7196" y="549488"/>
              <a:ext cx="39454" cy="84945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9953" y="381051"/>
              <a:ext cx="68578" cy="233963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9528" y="337480"/>
              <a:ext cx="38007" cy="322421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310288" y="266720"/>
              <a:ext cx="44811" cy="186332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14711" y="548676"/>
              <a:ext cx="35965" cy="186332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4450" y="572234"/>
              <a:ext cx="41409" cy="87667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407196" y="359545"/>
              <a:ext cx="39454" cy="84945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5492" y="388558"/>
              <a:ext cx="57224" cy="233963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85067" y="344987"/>
              <a:ext cx="38007" cy="322421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655827" y="274227"/>
              <a:ext cx="44811" cy="186332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660250" y="556184"/>
              <a:ext cx="35965" cy="186332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29990" y="579741"/>
              <a:ext cx="41409" cy="87667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752736" y="367052"/>
              <a:ext cx="39454" cy="84945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752736" y="556995"/>
              <a:ext cx="39454" cy="84945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29990" y="344987"/>
              <a:ext cx="40743" cy="7578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325680" y="325790"/>
            <a:ext cx="7562853" cy="104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TECHNICAL ARCHITECTURE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5680" y="1706290"/>
            <a:ext cx="7562853" cy="254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REPLACE WITH YOUR CONTENT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PROVIDE ONE HIGH LEVEL APPLICATION DESIGN DIAGRAM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ENSURE IT CLEARLY REPRESENTS THE TECH STACK AND SOLUTION 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1066" y="8869685"/>
            <a:ext cx="2299809" cy="777229"/>
            <a:chOff x="0" y="0"/>
            <a:chExt cx="3066412" cy="10363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4623" y="0"/>
              <a:ext cx="1941789" cy="1036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004888" cy="1004888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4450" y="337480"/>
              <a:ext cx="41409" cy="84265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7196" y="549488"/>
              <a:ext cx="39454" cy="84945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9953" y="381051"/>
              <a:ext cx="68578" cy="233963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9528" y="337480"/>
              <a:ext cx="38007" cy="322421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310288" y="266720"/>
              <a:ext cx="44811" cy="186332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14711" y="548676"/>
              <a:ext cx="35965" cy="186332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4450" y="572234"/>
              <a:ext cx="41409" cy="87667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407196" y="359545"/>
              <a:ext cx="39454" cy="84945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5492" y="388558"/>
              <a:ext cx="57224" cy="233963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85067" y="344987"/>
              <a:ext cx="38007" cy="322421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655827" y="274227"/>
              <a:ext cx="44811" cy="186332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660250" y="556184"/>
              <a:ext cx="35965" cy="186332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29990" y="579741"/>
              <a:ext cx="41409" cy="87667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752736" y="367052"/>
              <a:ext cx="39454" cy="84945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752736" y="556995"/>
              <a:ext cx="39454" cy="84945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29990" y="344987"/>
              <a:ext cx="40743" cy="7578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325680" y="325790"/>
            <a:ext cx="7562853" cy="104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FEASIBILITY AND VIABILITY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5680" y="1706290"/>
            <a:ext cx="7562853" cy="203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REPLACE WITH YOUR CONTENT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ASSESS TECHNICAL FEASIBILITY (IMPLEMENTATION VIABILITY)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KEEP IT PRACTICAL AND TO THE POINT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1066" y="8869685"/>
            <a:ext cx="2299809" cy="777229"/>
            <a:chOff x="0" y="0"/>
            <a:chExt cx="3066412" cy="10363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4623" y="0"/>
              <a:ext cx="1941789" cy="1036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004888" cy="1004888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4450" y="337480"/>
              <a:ext cx="41409" cy="84265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7196" y="549488"/>
              <a:ext cx="39454" cy="84945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9953" y="381051"/>
              <a:ext cx="68578" cy="233963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9528" y="337480"/>
              <a:ext cx="38007" cy="322421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310288" y="266720"/>
              <a:ext cx="44811" cy="186332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14711" y="548676"/>
              <a:ext cx="35965" cy="186332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4450" y="572234"/>
              <a:ext cx="41409" cy="87667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407196" y="359545"/>
              <a:ext cx="39454" cy="84945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5492" y="388558"/>
              <a:ext cx="57224" cy="233963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85067" y="344987"/>
              <a:ext cx="38007" cy="322421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655827" y="274227"/>
              <a:ext cx="44811" cy="186332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660250" y="556184"/>
              <a:ext cx="35965" cy="186332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29990" y="579741"/>
              <a:ext cx="41409" cy="87667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752736" y="367052"/>
              <a:ext cx="39454" cy="84945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752736" y="556995"/>
              <a:ext cx="39454" cy="84945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29990" y="344987"/>
              <a:ext cx="40743" cy="7578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325680" y="837858"/>
            <a:ext cx="7562853" cy="5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IMPACT AND BENEFITS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5680" y="1706290"/>
            <a:ext cx="7562853" cy="100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REPLACE WITH YOUR CONTENT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TECHNICAL AND ECONOMICAL IMPACT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41066" y="8869685"/>
            <a:ext cx="2299809" cy="777229"/>
            <a:chOff x="0" y="0"/>
            <a:chExt cx="3066412" cy="103630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4623" y="0"/>
              <a:ext cx="1941789" cy="1036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SNUC</a:t>
              </a:r>
            </a:p>
            <a:p>
              <a:pPr algn="r">
                <a:lnSpc>
                  <a:spcPts val="1923"/>
                </a:lnSpc>
              </a:pP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HACKS ‘</a:t>
              </a:r>
              <a:r>
                <a:rPr lang="en-US" sz="1923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26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1004888" cy="1004888"/>
              <a:chOff x="0" y="0"/>
              <a:chExt cx="512828" cy="5128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2828" cy="512828"/>
              </a:xfrm>
              <a:custGeom>
                <a:avLst/>
                <a:gdLst/>
                <a:ahLst/>
                <a:cxnLst/>
                <a:rect r="r" b="b" t="t" l="l"/>
                <a:pathLst>
                  <a:path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</p:spPr>
            <p:txBody>
              <a:bodyPr anchor="ctr" rtlCol="false" tIns="115393" lIns="115393" bIns="115393" rIns="115393"/>
              <a:lstStyle/>
              <a:p>
                <a:pPr algn="ctr">
                  <a:lnSpc>
                    <a:spcPts val="281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84450" y="337480"/>
              <a:ext cx="41409" cy="84265"/>
              <a:chOff x="0" y="0"/>
              <a:chExt cx="48885" cy="994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885" cy="99478"/>
              </a:xfrm>
              <a:custGeom>
                <a:avLst/>
                <a:gdLst/>
                <a:ahLst/>
                <a:cxnLst/>
                <a:rect r="r" b="b" t="t" l="l"/>
                <a:pathLst>
                  <a:path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7196" y="549488"/>
              <a:ext cx="39454" cy="84945"/>
              <a:chOff x="0" y="0"/>
              <a:chExt cx="46576" cy="100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9953" y="381051"/>
              <a:ext cx="68578" cy="233963"/>
              <a:chOff x="0" y="0"/>
              <a:chExt cx="80958" cy="2762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0958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39528" y="337480"/>
              <a:ext cx="38007" cy="322421"/>
              <a:chOff x="0" y="0"/>
              <a:chExt cx="44868" cy="3806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310288" y="266720"/>
              <a:ext cx="44811" cy="186332"/>
              <a:chOff x="0" y="0"/>
              <a:chExt cx="52901" cy="2199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14711" y="548676"/>
              <a:ext cx="35965" cy="186332"/>
              <a:chOff x="0" y="0"/>
              <a:chExt cx="42458" cy="2199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4450" y="572234"/>
              <a:ext cx="41409" cy="87667"/>
              <a:chOff x="0" y="0"/>
              <a:chExt cx="48885" cy="10349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407196" y="359545"/>
              <a:ext cx="39454" cy="84945"/>
              <a:chOff x="0" y="0"/>
              <a:chExt cx="46576" cy="10028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5492" y="388558"/>
              <a:ext cx="57224" cy="233963"/>
              <a:chOff x="0" y="0"/>
              <a:chExt cx="67555" cy="2762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7555" cy="276202"/>
              </a:xfrm>
              <a:custGeom>
                <a:avLst/>
                <a:gdLst/>
                <a:ahLst/>
                <a:cxnLst/>
                <a:rect r="r" b="b" t="t" l="l"/>
                <a:pathLst>
                  <a:path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85067" y="344987"/>
              <a:ext cx="38007" cy="322421"/>
              <a:chOff x="0" y="0"/>
              <a:chExt cx="44868" cy="3806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868" cy="380629"/>
              </a:xfrm>
              <a:custGeom>
                <a:avLst/>
                <a:gdLst/>
                <a:ahLst/>
                <a:cxnLst/>
                <a:rect r="r" b="b" t="t" l="l"/>
                <a:pathLst>
                  <a:path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655827" y="274227"/>
              <a:ext cx="44811" cy="186332"/>
              <a:chOff x="0" y="0"/>
              <a:chExt cx="52901" cy="2199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2901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660250" y="556184"/>
              <a:ext cx="35965" cy="186332"/>
              <a:chOff x="0" y="0"/>
              <a:chExt cx="42458" cy="2199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2458" cy="219971"/>
              </a:xfrm>
              <a:custGeom>
                <a:avLst/>
                <a:gdLst/>
                <a:ahLst/>
                <a:cxnLst/>
                <a:rect r="r" b="b" t="t" l="l"/>
                <a:pathLst>
                  <a:path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29990" y="579741"/>
              <a:ext cx="41409" cy="87667"/>
              <a:chOff x="0" y="0"/>
              <a:chExt cx="48885" cy="10349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885" cy="103494"/>
              </a:xfrm>
              <a:custGeom>
                <a:avLst/>
                <a:gdLst/>
                <a:ahLst/>
                <a:cxnLst/>
                <a:rect r="r" b="b" t="t" l="l"/>
                <a:pathLst>
                  <a:path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5400000">
              <a:off x="752736" y="367052"/>
              <a:ext cx="39454" cy="84945"/>
              <a:chOff x="0" y="0"/>
              <a:chExt cx="46576" cy="1002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5400000">
              <a:off x="752736" y="556995"/>
              <a:ext cx="39454" cy="84945"/>
              <a:chOff x="0" y="0"/>
              <a:chExt cx="46576" cy="10028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576" cy="100281"/>
              </a:xfrm>
              <a:custGeom>
                <a:avLst/>
                <a:gdLst/>
                <a:ahLst/>
                <a:cxnLst/>
                <a:rect r="r" b="b" t="t" l="l"/>
                <a:pathLst>
                  <a:path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29990" y="344987"/>
              <a:ext cx="40743" cy="75780"/>
              <a:chOff x="0" y="0"/>
              <a:chExt cx="48099" cy="8946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8099" cy="89461"/>
              </a:xfrm>
              <a:custGeom>
                <a:avLst/>
                <a:gdLst/>
                <a:ahLst/>
                <a:cxnLst/>
                <a:rect r="r" b="b" t="t" l="l"/>
                <a:pathLst>
                  <a:path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</p:spPr>
            <p:txBody>
              <a:bodyPr anchor="ctr" rtlCol="false" tIns="7354" lIns="7354" bIns="7354" rIns="7354"/>
              <a:lstStyle/>
              <a:p>
                <a:pPr algn="ctr">
                  <a:lnSpc>
                    <a:spcPts val="3888"/>
                  </a:lnSpc>
                </a:pPr>
              </a:p>
            </p:txBody>
          </p:sp>
        </p:grpSp>
      </p:grpSp>
      <p:sp>
        <p:nvSpPr>
          <p:cNvPr name="TextBox 56" id="56"/>
          <p:cNvSpPr txBox="true"/>
          <p:nvPr/>
        </p:nvSpPr>
        <p:spPr>
          <a:xfrm rot="0">
            <a:off x="325680" y="1706290"/>
            <a:ext cx="7562853" cy="15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REPLACE WITH YOUR CONTENT</a:t>
            </a:r>
          </a:p>
          <a:p>
            <a:pPr algn="l" marL="630026" indent="-315013" lvl="1">
              <a:lnSpc>
                <a:spcPts val="4085"/>
              </a:lnSpc>
              <a:buFont typeface="Arial"/>
              <a:buChar char="•"/>
            </a:pPr>
            <a:r>
              <a:rPr lang="en-US" sz="2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BACKGROUND RESEARCH &amp; COMPARATIVE ANALYSIS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5680" y="325790"/>
            <a:ext cx="7562853" cy="104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RESEARCH AND REFERENCES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083612" y="-42976"/>
            <a:ext cx="9204388" cy="9301276"/>
          </a:xfrm>
          <a:custGeom>
            <a:avLst/>
            <a:gdLst/>
            <a:ahLst/>
            <a:cxnLst/>
            <a:rect r="r" b="b" t="t" l="l"/>
            <a:pathLst>
              <a:path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3521" y="502368"/>
            <a:ext cx="2043831" cy="107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9"/>
              </a:lnSpc>
            </a:pPr>
            <a:r>
              <a:rPr lang="en-US" sz="2699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SNUC</a:t>
            </a:r>
          </a:p>
          <a:p>
            <a:pPr algn="r">
              <a:lnSpc>
                <a:spcPts val="2699"/>
              </a:lnSpc>
            </a:pPr>
            <a:r>
              <a:rPr lang="en-US" sz="2699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HACKS ‘</a:t>
            </a:r>
            <a:r>
              <a:rPr lang="en-US" sz="2699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39798" y="483318"/>
            <a:ext cx="1057695" cy="1057695"/>
            <a:chOff x="0" y="0"/>
            <a:chExt cx="512828" cy="5128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828" cy="512828"/>
            </a:xfrm>
            <a:custGeom>
              <a:avLst/>
              <a:gdLst/>
              <a:ahLst/>
              <a:cxnLst/>
              <a:rect r="r" b="b" t="t" l="l"/>
              <a:pathLst>
                <a:path h="512828" w="512828">
                  <a:moveTo>
                    <a:pt x="36598" y="0"/>
                  </a:moveTo>
                  <a:lnTo>
                    <a:pt x="476230" y="0"/>
                  </a:lnTo>
                  <a:cubicBezTo>
                    <a:pt x="485936" y="0"/>
                    <a:pt x="495245" y="3856"/>
                    <a:pt x="502109" y="10719"/>
                  </a:cubicBezTo>
                  <a:cubicBezTo>
                    <a:pt x="508972" y="17583"/>
                    <a:pt x="512828" y="26892"/>
                    <a:pt x="512828" y="36598"/>
                  </a:cubicBezTo>
                  <a:lnTo>
                    <a:pt x="512828" y="476230"/>
                  </a:lnTo>
                  <a:cubicBezTo>
                    <a:pt x="512828" y="485936"/>
                    <a:pt x="508972" y="495245"/>
                    <a:pt x="502109" y="502109"/>
                  </a:cubicBezTo>
                  <a:cubicBezTo>
                    <a:pt x="495245" y="508972"/>
                    <a:pt x="485936" y="512828"/>
                    <a:pt x="476230" y="512828"/>
                  </a:cubicBezTo>
                  <a:lnTo>
                    <a:pt x="36598" y="512828"/>
                  </a:lnTo>
                  <a:cubicBezTo>
                    <a:pt x="16386" y="512828"/>
                    <a:pt x="0" y="496443"/>
                    <a:pt x="0" y="476230"/>
                  </a:cubicBezTo>
                  <a:lnTo>
                    <a:pt x="0" y="36598"/>
                  </a:lnTo>
                  <a:cubicBezTo>
                    <a:pt x="0" y="26892"/>
                    <a:pt x="3856" y="17583"/>
                    <a:pt x="10719" y="10719"/>
                  </a:cubicBezTo>
                  <a:cubicBezTo>
                    <a:pt x="17583" y="3856"/>
                    <a:pt x="26892" y="0"/>
                    <a:pt x="36598" y="0"/>
                  </a:cubicBezTo>
                  <a:close/>
                </a:path>
              </a:pathLst>
            </a:custGeom>
            <a:solidFill>
              <a:srgbClr val="3B48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12828" cy="560453"/>
            </a:xfrm>
            <a:prstGeom prst="rect">
              <a:avLst/>
            </a:prstGeom>
          </p:spPr>
          <p:txBody>
            <a:bodyPr anchor="ctr" rtlCol="false" tIns="187177" lIns="187177" bIns="187177" rIns="187177"/>
            <a:lstStyle/>
            <a:p>
              <a:pPr algn="ctr">
                <a:lnSpc>
                  <a:spcPts val="281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4452" y="838533"/>
            <a:ext cx="43585" cy="88693"/>
            <a:chOff x="0" y="0"/>
            <a:chExt cx="48885" cy="994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885" cy="99478"/>
            </a:xfrm>
            <a:custGeom>
              <a:avLst/>
              <a:gdLst/>
              <a:ahLst/>
              <a:cxnLst/>
              <a:rect r="r" b="b" t="t" l="l"/>
              <a:pathLst>
                <a:path h="99478" w="48885">
                  <a:moveTo>
                    <a:pt x="0" y="0"/>
                  </a:moveTo>
                  <a:lnTo>
                    <a:pt x="48885" y="0"/>
                  </a:lnTo>
                  <a:lnTo>
                    <a:pt x="48885" y="99478"/>
                  </a:lnTo>
                  <a:lnTo>
                    <a:pt x="0" y="994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885" cy="156628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868393" y="1061682"/>
            <a:ext cx="41527" cy="89409"/>
            <a:chOff x="0" y="0"/>
            <a:chExt cx="46576" cy="100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576" cy="100281"/>
            </a:xfrm>
            <a:custGeom>
              <a:avLst/>
              <a:gdLst/>
              <a:ahLst/>
              <a:cxnLst/>
              <a:rect r="r" b="b" t="t" l="l"/>
              <a:pathLst>
                <a:path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9734" y="884393"/>
            <a:ext cx="72182" cy="246258"/>
            <a:chOff x="0" y="0"/>
            <a:chExt cx="80958" cy="2762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958" cy="276202"/>
            </a:xfrm>
            <a:custGeom>
              <a:avLst/>
              <a:gdLst/>
              <a:ahLst/>
              <a:cxnLst/>
              <a:rect r="r" b="b" t="t" l="l"/>
              <a:pathLst>
                <a:path h="276202" w="80958">
                  <a:moveTo>
                    <a:pt x="0" y="0"/>
                  </a:moveTo>
                  <a:lnTo>
                    <a:pt x="80958" y="0"/>
                  </a:lnTo>
                  <a:lnTo>
                    <a:pt x="80958" y="276202"/>
                  </a:lnTo>
                  <a:lnTo>
                    <a:pt x="0" y="2762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0958" cy="333352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1913" y="838533"/>
            <a:ext cx="40004" cy="339365"/>
            <a:chOff x="0" y="0"/>
            <a:chExt cx="44868" cy="3806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868" cy="380629"/>
            </a:xfrm>
            <a:custGeom>
              <a:avLst/>
              <a:gdLst/>
              <a:ahLst/>
              <a:cxnLst/>
              <a:rect r="r" b="b" t="t" l="l"/>
              <a:pathLst>
                <a:path h="380629" w="44868">
                  <a:moveTo>
                    <a:pt x="0" y="0"/>
                  </a:moveTo>
                  <a:lnTo>
                    <a:pt x="44868" y="0"/>
                  </a:lnTo>
                  <a:lnTo>
                    <a:pt x="44868" y="380629"/>
                  </a:lnTo>
                  <a:lnTo>
                    <a:pt x="0" y="3806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4868" cy="437779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766392" y="764054"/>
            <a:ext cx="47166" cy="196124"/>
            <a:chOff x="0" y="0"/>
            <a:chExt cx="52901" cy="2199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901" cy="219971"/>
            </a:xfrm>
            <a:custGeom>
              <a:avLst/>
              <a:gdLst/>
              <a:ahLst/>
              <a:cxnLst/>
              <a:rect r="r" b="b" t="t" l="l"/>
              <a:pathLst>
                <a:path h="219971" w="52901">
                  <a:moveTo>
                    <a:pt x="0" y="0"/>
                  </a:moveTo>
                  <a:lnTo>
                    <a:pt x="52901" y="0"/>
                  </a:lnTo>
                  <a:lnTo>
                    <a:pt x="52901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2901" cy="27712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771047" y="1060828"/>
            <a:ext cx="37855" cy="196124"/>
            <a:chOff x="0" y="0"/>
            <a:chExt cx="42458" cy="2199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58" cy="219971"/>
            </a:xfrm>
            <a:custGeom>
              <a:avLst/>
              <a:gdLst/>
              <a:ahLst/>
              <a:cxnLst/>
              <a:rect r="r" b="b" t="t" l="l"/>
              <a:pathLst>
                <a:path h="219971" w="42458">
                  <a:moveTo>
                    <a:pt x="0" y="0"/>
                  </a:moveTo>
                  <a:lnTo>
                    <a:pt x="42458" y="0"/>
                  </a:lnTo>
                  <a:lnTo>
                    <a:pt x="42458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2458" cy="27712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44452" y="1085623"/>
            <a:ext cx="43585" cy="92274"/>
            <a:chOff x="0" y="0"/>
            <a:chExt cx="48885" cy="1034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885" cy="103494"/>
            </a:xfrm>
            <a:custGeom>
              <a:avLst/>
              <a:gdLst/>
              <a:ahLst/>
              <a:cxnLst/>
              <a:rect r="r" b="b" t="t" l="l"/>
              <a:pathLst>
                <a:path h="103494" w="48885">
                  <a:moveTo>
                    <a:pt x="0" y="0"/>
                  </a:moveTo>
                  <a:lnTo>
                    <a:pt x="48885" y="0"/>
                  </a:lnTo>
                  <a:lnTo>
                    <a:pt x="48885" y="103494"/>
                  </a:lnTo>
                  <a:lnTo>
                    <a:pt x="0" y="1034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8885" cy="160644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868393" y="861757"/>
            <a:ext cx="41527" cy="89409"/>
            <a:chOff x="0" y="0"/>
            <a:chExt cx="46576" cy="1002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576" cy="100281"/>
            </a:xfrm>
            <a:custGeom>
              <a:avLst/>
              <a:gdLst/>
              <a:ahLst/>
              <a:cxnLst/>
              <a:rect r="r" b="b" t="t" l="l"/>
              <a:pathLst>
                <a:path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3431" y="892295"/>
            <a:ext cx="60232" cy="246258"/>
            <a:chOff x="0" y="0"/>
            <a:chExt cx="67555" cy="276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555" cy="276202"/>
            </a:xfrm>
            <a:custGeom>
              <a:avLst/>
              <a:gdLst/>
              <a:ahLst/>
              <a:cxnLst/>
              <a:rect r="r" b="b" t="t" l="l"/>
              <a:pathLst>
                <a:path h="276202" w="67555">
                  <a:moveTo>
                    <a:pt x="0" y="0"/>
                  </a:moveTo>
                  <a:lnTo>
                    <a:pt x="67555" y="0"/>
                  </a:lnTo>
                  <a:lnTo>
                    <a:pt x="67555" y="276202"/>
                  </a:lnTo>
                  <a:lnTo>
                    <a:pt x="0" y="2762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7555" cy="333352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5611" y="846434"/>
            <a:ext cx="40004" cy="339365"/>
            <a:chOff x="0" y="0"/>
            <a:chExt cx="44868" cy="3806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868" cy="380629"/>
            </a:xfrm>
            <a:custGeom>
              <a:avLst/>
              <a:gdLst/>
              <a:ahLst/>
              <a:cxnLst/>
              <a:rect r="r" b="b" t="t" l="l"/>
              <a:pathLst>
                <a:path h="380629" w="44868">
                  <a:moveTo>
                    <a:pt x="0" y="0"/>
                  </a:moveTo>
                  <a:lnTo>
                    <a:pt x="44868" y="0"/>
                  </a:lnTo>
                  <a:lnTo>
                    <a:pt x="44868" y="380629"/>
                  </a:lnTo>
                  <a:lnTo>
                    <a:pt x="0" y="3806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4868" cy="437779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5400000">
            <a:off x="1130090" y="771955"/>
            <a:ext cx="47166" cy="196124"/>
            <a:chOff x="0" y="0"/>
            <a:chExt cx="52901" cy="2199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901" cy="219971"/>
            </a:xfrm>
            <a:custGeom>
              <a:avLst/>
              <a:gdLst/>
              <a:ahLst/>
              <a:cxnLst/>
              <a:rect r="r" b="b" t="t" l="l"/>
              <a:pathLst>
                <a:path h="219971" w="52901">
                  <a:moveTo>
                    <a:pt x="0" y="0"/>
                  </a:moveTo>
                  <a:lnTo>
                    <a:pt x="52901" y="0"/>
                  </a:lnTo>
                  <a:lnTo>
                    <a:pt x="52901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2901" cy="27712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00000">
            <a:off x="1134745" y="1068729"/>
            <a:ext cx="37855" cy="196124"/>
            <a:chOff x="0" y="0"/>
            <a:chExt cx="42458" cy="2199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458" cy="219971"/>
            </a:xfrm>
            <a:custGeom>
              <a:avLst/>
              <a:gdLst/>
              <a:ahLst/>
              <a:cxnLst/>
              <a:rect r="r" b="b" t="t" l="l"/>
              <a:pathLst>
                <a:path h="219971" w="42458">
                  <a:moveTo>
                    <a:pt x="0" y="0"/>
                  </a:moveTo>
                  <a:lnTo>
                    <a:pt x="42458" y="0"/>
                  </a:lnTo>
                  <a:lnTo>
                    <a:pt x="42458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42458" cy="27712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8149" y="1093525"/>
            <a:ext cx="43585" cy="92274"/>
            <a:chOff x="0" y="0"/>
            <a:chExt cx="48885" cy="1034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885" cy="103494"/>
            </a:xfrm>
            <a:custGeom>
              <a:avLst/>
              <a:gdLst/>
              <a:ahLst/>
              <a:cxnLst/>
              <a:rect r="r" b="b" t="t" l="l"/>
              <a:pathLst>
                <a:path h="103494" w="48885">
                  <a:moveTo>
                    <a:pt x="0" y="0"/>
                  </a:moveTo>
                  <a:lnTo>
                    <a:pt x="48885" y="0"/>
                  </a:lnTo>
                  <a:lnTo>
                    <a:pt x="48885" y="103494"/>
                  </a:lnTo>
                  <a:lnTo>
                    <a:pt x="0" y="1034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48885" cy="160644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-5400000">
            <a:off x="1232091" y="869659"/>
            <a:ext cx="41527" cy="89409"/>
            <a:chOff x="0" y="0"/>
            <a:chExt cx="46576" cy="10028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576" cy="100281"/>
            </a:xfrm>
            <a:custGeom>
              <a:avLst/>
              <a:gdLst/>
              <a:ahLst/>
              <a:cxnLst/>
              <a:rect r="r" b="b" t="t" l="l"/>
              <a:pathLst>
                <a:path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5400000">
            <a:off x="1232091" y="1069584"/>
            <a:ext cx="41527" cy="89409"/>
            <a:chOff x="0" y="0"/>
            <a:chExt cx="46576" cy="10028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576" cy="100281"/>
            </a:xfrm>
            <a:custGeom>
              <a:avLst/>
              <a:gdLst/>
              <a:ahLst/>
              <a:cxnLst/>
              <a:rect r="r" b="b" t="t" l="l"/>
              <a:pathLst>
                <a:path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08149" y="846434"/>
            <a:ext cx="42884" cy="79762"/>
            <a:chOff x="0" y="0"/>
            <a:chExt cx="48099" cy="8946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099" cy="89461"/>
            </a:xfrm>
            <a:custGeom>
              <a:avLst/>
              <a:gdLst/>
              <a:ahLst/>
              <a:cxnLst/>
              <a:rect r="r" b="b" t="t" l="l"/>
              <a:pathLst>
                <a:path h="89461" w="48099">
                  <a:moveTo>
                    <a:pt x="0" y="0"/>
                  </a:moveTo>
                  <a:lnTo>
                    <a:pt x="48099" y="0"/>
                  </a:lnTo>
                  <a:lnTo>
                    <a:pt x="48099" y="89461"/>
                  </a:lnTo>
                  <a:lnTo>
                    <a:pt x="0" y="894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48099" cy="146611"/>
            </a:xfrm>
            <a:prstGeom prst="rect">
              <a:avLst/>
            </a:prstGeom>
          </p:spPr>
          <p:txBody>
            <a:bodyPr anchor="ctr" rtlCol="false" tIns="11929" lIns="11929" bIns="11929" rIns="11929"/>
            <a:lstStyle/>
            <a:p>
              <a:pPr algn="ctr">
                <a:lnSpc>
                  <a:spcPts val="3888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439798" y="3899714"/>
            <a:ext cx="8191819" cy="124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7"/>
              </a:lnSpc>
              <a:spcBef>
                <a:spcPct val="0"/>
              </a:spcBef>
            </a:pPr>
            <a:r>
              <a:rPr lang="en-US" sz="6891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THANK YOU!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39798" y="7953290"/>
            <a:ext cx="5980451" cy="163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TEAM NAME:</a:t>
            </a:r>
          </a:p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TEAM LEADER:</a:t>
            </a:r>
          </a:p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PHONE NUMBER:</a:t>
            </a:r>
          </a:p>
          <a:p>
            <a:pPr algn="l">
              <a:lnSpc>
                <a:spcPts val="3230"/>
              </a:lnSpc>
              <a:spcBef>
                <a:spcPct val="0"/>
              </a:spcBef>
            </a:pPr>
            <a:r>
              <a:rPr lang="en-US" sz="2307">
                <a:solidFill>
                  <a:srgbClr val="3B48F1"/>
                </a:solidFill>
                <a:latin typeface="Horizon"/>
                <a:ea typeface="Horizon"/>
                <a:cs typeface="Horizon"/>
                <a:sym typeface="Horizon"/>
              </a:rPr>
              <a:t>ROOM NO: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DAHE7eo46PQ</dc:identifier>
  <dcterms:modified xsi:type="dcterms:W3CDTF">2011-08-01T06:04:30Z</dcterms:modified>
  <cp:revision>1</cp:revision>
  <dc:title>&lt;Project Title&gt;</dc:title>
</cp:coreProperties>
</file>